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29968"/>
            <a:ext cx="493776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pic>
        <p:nvPicPr>
          <p:cNvPr id="10" name="Picture 9" descr="fig1_webbkoll_check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10128"/>
            <a:ext cx="4937760" cy="244144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