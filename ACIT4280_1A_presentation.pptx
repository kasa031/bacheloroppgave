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 measures contact. Part 2 tests one purpose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and lawful basis are different questions. A high request count is not a finding of unlawful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Webbkoll records what one load contacted. It does not read the notice or decide Article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Webbkoll counts contact on one load. Cookies and requests are separate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fotball.no has 113 requests and zero third-party cookies. document.no has the widest country list (6).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fotball.no 113. lanekassen.no 1. The pie is request share, not cookies.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ranking stays on Table 2. The screenshot is the later visit.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Table 5 row is one purpose from Table 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Partial means the notice aims at consent, but ICO marks consent INCONCLUSIVE and no basis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purposes in the notice, two ICO runs. Figure 7 in the report is the hub that splits those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split as elsewhere: one purpose, one basis.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fotball.no also has the highest Webbkoll request count. That does not decide Article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Contract and legitimate interests do not fit this advertising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pattern as Netflix: contract for the core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Together the two parts show how the page loads, and why the controller may use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1D1"/>
                </a:solidFill>
                <a:latin typeface="Calibri"/>
              </a:rPr>
              <a:t>ACIT4280 Privacy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1D1"/>
                </a:solidFill>
                <a:latin typeface="Calibri"/>
              </a:rPr>
              <a:t>Group Assignment 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Analysis of 3rd-party Data Sharing
and Data Tracking and of GDPR
Compliance of Norwegian Web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0128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FF1D1"/>
                </a:solidFill>
                <a:latin typeface="Calibri"/>
              </a:rPr>
              <a:t>When a person opens a Norwegian-facing front page, how many other companies does that page contact, and in which countries do those machines appear to sit?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1D1"/>
                </a:solidFill>
                <a:latin typeface="Calibri"/>
              </a:rPr>
              <a:t>When a site uses personal data, has it named a GDPR Article 6 basis, and does that basis hold in the ICO tool?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17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Humna Akhtar  ·  Mithun Chandra Debnath  ·  Karina Sætersdal Nilssen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B365D"/>
                </a:solidFill>
                <a:latin typeface="Calibri"/>
              </a:rPr>
              <a:t>Oslo Metropolitan University
3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Two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4572000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Calibri"/>
              </a:rPr>
              <a:t>Part 1  ·  Webbkoll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18 sites in four sectors (Table 1)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Cookies, third-party requests, KeyCDN countries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Rank Table 2 requests, not cookies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Figures 2 to 4: counts, share, sectors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394960" cy="4572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1D1"/>
                </a:solidFill>
                <a:latin typeface="Calibri"/>
              </a:rPr>
              <a:t>Part 2  ·  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Five sites from Table 1a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One purpose per ICO run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Notice versus ICO Word report (26 Aug 2026)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Table 5: Yes or 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we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English Webbkoll. One load per visit. No add-ons. Do Not Track off.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Table 2 (20 Aug 2026) is the ranking. Table 3 is a later check, not averaged.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KeyCDN country is a geolocation guess from the IP, not a legal transfer register.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Requests are not cookies. 17 of 18 sites had zero external cookies. ikea.no had 2.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 looked at and key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4572000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Calibri"/>
              </a:rPr>
              <a:t>What we looked 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Cookies (small files on the device)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Third-party requests (calls to other companies, such as ads and fonts)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Countries (KeyCDN geolocation guess from the IP, not a legal transfer register)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800" b="1" i="0">
                <a:solidFill>
                  <a:srgbClr val="1B365D"/>
                </a:solidFill>
                <a:latin typeface="Calibri"/>
              </a:rPr>
              <a:t>Many requests does not mean many cookies.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394960" cy="4572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1D1"/>
                </a:solidFill>
                <a:latin typeface="Calibri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fotball.no: 113 requests, zero third-party cookies.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17 of 18 sites: zero third-party cookies. ikea.no had 2.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lanekassen.no (1) and altinn.no (5): quietest e-government pages.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document.no: widest country list (6 excluding Norway).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News/media contacted the most. Government the fewest.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babyshop.no: 101 on Table 3; ranking stays on Table 2 (45).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1  ·  Table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Highest and lowest third-party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Highest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Lowest five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5394960" cy="749808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1  fotball.no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751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Sport  ·  113 requests  ·  5 countries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27632"/>
            <a:ext cx="5303520" cy="749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824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1  lanekassen.no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751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Government  ·  1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50592"/>
            <a:ext cx="5394960" cy="749808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054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2  worldofwarcraft.com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980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News/media  ·  90  · 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50592"/>
            <a:ext cx="5303520" cy="749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0545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2  altinn.no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9806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Government  · 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73552"/>
            <a:ext cx="5394960" cy="749808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284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3  document.no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210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News/media  ·  51  ·  6 (widest list)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73552"/>
            <a:ext cx="5303520" cy="749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32841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3  nrk.no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210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News/media  ·  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96512"/>
            <a:ext cx="5394960" cy="749808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1513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4  aftenposten.no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4439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News/media  ·  48  · 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096512"/>
            <a:ext cx="5303520" cy="749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15137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4  spotify.no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4398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News/media  · 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19472"/>
            <a:ext cx="5394960" cy="749808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743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5  klassekampen.no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669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News/media  ·  46  · 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919472"/>
            <a:ext cx="5303520" cy="749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97433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5  skiforeningen.no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669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Sport  ·  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Ranked on Table 2 requests. lanekassen.no and altinn.no have the fewest government requests. babyshop.no is 101 on Table 3; rankings stay on Table 2.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1  ·  Figures 2 to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Third-party requests by site and sector</a:t>
            </a:r>
          </a:p>
        </p:txBody>
      </p:sp>
      <p:pic>
        <p:nvPicPr>
          <p:cNvPr id="7" name="Picture 6" descr="fig3_requests_all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008"/>
            <a:ext cx="5943600" cy="4709160"/>
          </a:xfrm>
          <a:prstGeom prst="rect">
            <a:avLst/>
          </a:prstGeom>
        </p:spPr>
      </p:pic>
      <p:pic>
        <p:nvPicPr>
          <p:cNvPr id="8" name="Picture 7" descr="fig5_share_requests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07008"/>
            <a:ext cx="5486400" cy="2286000"/>
          </a:xfrm>
          <a:prstGeom prst="rect">
            <a:avLst/>
          </a:prstGeom>
        </p:spPr>
      </p:pic>
      <p:pic>
        <p:nvPicPr>
          <p:cNvPr id="9" name="Picture 8" descr="fig6_requests_per_s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66160"/>
            <a:ext cx="548640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263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Table 2. News/media is the highest sector. Government is the lowest. Sport is high because of fotball.no.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1  ·  one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klassekampen.no: 46 in Table 2, 56 on the screenshot</a:t>
            </a:r>
          </a:p>
        </p:txBody>
      </p:sp>
      <p:pic>
        <p:nvPicPr>
          <p:cNvPr id="7" name="Picture 6" descr="fig2_webbkoll_results_klassekam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07008"/>
            <a:ext cx="11430000" cy="2148840"/>
          </a:xfrm>
          <a:prstGeom prst="rect">
            <a:avLst/>
          </a:prstGeom>
        </p:spPr>
      </p:pic>
      <p:pic>
        <p:nvPicPr>
          <p:cNvPr id="8" name="Picture 7" descr="fig4_keycdn_lookup_klassekam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456432"/>
            <a:ext cx="77724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Table 2: 46 requests, 0 third-party cookies. Screenshot = Table 3 (56 requests to 13 hosts). Server: United States, Google.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ICO: one purpose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Official ICO Word reports dated 26 August 2026. The labels are guidance, not a court finding.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One purpose per run. Compare what the notice claims with what ICO marks.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Yes: notice and ICO line up for that purpose. Partial: the notice aims at consent; ICO marks INCONCLUSIVE.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Tax, cookies, checkout and marketing are different purposes.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2  ·  Table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ICO result versus the notice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560320" cy="62179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447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280160"/>
            <a:ext cx="3108960" cy="62179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4447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80160"/>
            <a:ext cx="4389120" cy="62179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14447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60" y="1280160"/>
            <a:ext cx="1371600" cy="62179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97312" y="14447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01952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066544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skatteetaten.no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901952"/>
            <a:ext cx="31089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2066544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Tax / folkeregister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901952"/>
            <a:ext cx="4389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2066544"/>
            <a:ext cx="4279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Legal obligation + public task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1901952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97312" y="2066544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23744"/>
            <a:ext cx="2560320" cy="62179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688336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skatteetaten.no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523744"/>
            <a:ext cx="3108960" cy="62179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2688336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Optional cookies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523744"/>
            <a:ext cx="4389120" cy="62179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8192" y="2688336"/>
            <a:ext cx="4279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Consent INCONCLUSIVE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60" y="2523744"/>
            <a:ext cx="1371600" cy="62179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7312" y="2688336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5B00"/>
                </a:solidFill>
                <a:latin typeface="Calibri"/>
              </a:rPr>
              <a:t>Partial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45536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31012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netflix.no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145536"/>
            <a:ext cx="31089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9232" y="3310128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Paid streaming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145536"/>
            <a:ext cx="4389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3310128"/>
            <a:ext cx="4279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Contract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24160" y="3145536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97312" y="331012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67328"/>
            <a:ext cx="2560320" cy="6217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931920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fotball.no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767328"/>
            <a:ext cx="3108960" cy="6217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9232" y="393192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Name + club, 13+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767328"/>
            <a:ext cx="4389120" cy="6217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8192" y="3931920"/>
            <a:ext cx="4279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Legitimate interests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3767328"/>
            <a:ext cx="1371600" cy="6217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97312" y="393192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389120"/>
            <a:ext cx="2560320" cy="62179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4553712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document.no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389120"/>
            <a:ext cx="3108960" cy="62179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9232" y="4553712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Google Signals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4389120"/>
            <a:ext cx="4389120" cy="62179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8192" y="4553712"/>
            <a:ext cx="4279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Consent INCONCLUSIVE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24160" y="4389120"/>
            <a:ext cx="1371600" cy="62179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97312" y="455371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5B00"/>
                </a:solidFill>
                <a:latin typeface="Calibri"/>
              </a:rPr>
              <a:t>Partial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010912"/>
            <a:ext cx="2560320" cy="6217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5175504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babyshop.no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5010912"/>
            <a:ext cx="3108960" cy="6217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9232" y="5175504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Checkout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5010912"/>
            <a:ext cx="4389120" cy="6217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08192" y="5175504"/>
            <a:ext cx="4279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Contract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24160" y="5010912"/>
            <a:ext cx="1371600" cy="6217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97312" y="5175504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1447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ICO labels are guidance. Partial: the notice aims at consent; ICO does not mark consent APPROPRIATE.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skatteetaten.no: two purposes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Tax and registry data: the law requires it. Opt-out is generally not possible.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ICO: legal obligation and public task APPROPRIATE. Consent NOT APPROPRIATE. Match: Yes.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Optional statistics cookies: the notice claims consent.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ICO: consent INCONCLUSIVE; no basis APPROPRIATE. Match: Partial.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netflix.no: paid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Purpose: account and payment data needed to provide the paid service.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Notice (EEA/UK): contractual necessity.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ICO: contract APPROPRIATE. Consent marked likely invalid for this purpose.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Ads and marketing in the same notice were left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fotball.no: match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Purpose: name and club of active players aged 13+, with club opt-out.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ICO: legitimate interests APPROPRIATE.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NFF is not a public authority, so public task does not fit.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FIKS membership is a different purpose and was not this run.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document.no: Google Signals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051560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Calibri"/>
              </a:rPr>
              <a:t>ICO: no basis APPROPRIATE. Consent INCONCLUSIVE. Match: Partial.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Purpose: advertising analytics from site activity.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The notice does not name Article 6. It looks like consent.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ICO: the request is not clear, prominent and separate from terms.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The choice sits in Google settings. Pluss terms also bundle the notice.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babyshop.no: checkout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Purpose: name, address, contact, order and payment to deliver goods.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The sales terms are a purchase contract.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ICO: contract APPROPRIATE. Match: Yes for checkout.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The notice does not label Article 6(1)(b). Marketing is a separate purpose.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D1"/>
                </a:solidFill>
                <a:latin typeface="Calibri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the report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fotball.no has the most requests (113) and zero third-party cookies.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document.no maps to the most countries. lanekassen.no and altinn.no have the fewest government requests.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News and media is the highest sector total. Government is the lowest.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Four core ICO purposes match the notice. Two consent claims are INCONCLUSIVE in the ICO reports.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One purpose needs one basis. Contact and lawfulness are different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ACIT4280 Group Assignment 1A  |  3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1D1"/>
                </a:solidFill>
                <a:latin typeface="Calibri"/>
              </a:rPr>
              <a:t>ACIT4280 Privacy by Design  ·  Group Assignment 1A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