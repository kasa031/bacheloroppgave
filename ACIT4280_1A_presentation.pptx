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Yes if notice and ICO agree; Partial if consent is INCONCLUSIVE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