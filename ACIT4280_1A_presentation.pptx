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one load. ICO tests one purpose at a time. Contact and lawful basis are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one purpose from Table 1a. Partial means consent INCONCLUSIVE.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splits the privacy notice from the cookie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purpose, one basis. Ads and marketing in the same notice were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the highest Webbkoll request count. Contact and lawful basis are separate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transaction.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907792"/>
            <a:ext cx="12191695" cy="54864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89888"/>
            <a:ext cx="10972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090672"/>
            <a:ext cx="5349240" cy="184708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36792" y="3090672"/>
            <a:ext cx="5349240" cy="184708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3218688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1" i="0">
                <a:solidFill>
                  <a:srgbClr val="FF9A00"/>
                </a:solidFill>
                <a:latin typeface="Calibri"/>
              </a:rPr>
              <a:t>Our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456432"/>
            <a:ext cx="493776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When a site processes personal data, has it named a GDPR Article 6 lawful basis, and does the ICO tool agree?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218688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Article 6(1) GDPR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438144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224248"/>
                </a:solidFill>
                <a:latin typeface="Calibri"/>
              </a:rPr>
              <a:t>Six lawful bases for processing personal data: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657600"/>
            <a:ext cx="4937760" cy="1143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Consent (a)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Contractual necessity (b)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Legal obligation (c)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Vital interests (d)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Public task (e)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Legitimate interests (f)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047488"/>
            <a:ext cx="11183112" cy="1828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02352"/>
            <a:ext cx="109728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52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3 September 2026</a:t>
            </a:r>
          </a:p>
        </p:txBody>
      </p:sp>
      <p:pic>
        <p:nvPicPr>
          <p:cNvPr id="18" name="Picture 17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 and how we measured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21408"/>
            <a:ext cx="4937760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18 sites: cookies, requests, KeyCDN country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One clean load per site; rank on Table 2 (20 Aug)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KeyCDN = IP geolocation guess, not legal transfer proof</a:t>
            </a:r>
          </a:p>
        </p:txBody>
      </p:sp>
      <p:pic>
        <p:nvPicPr>
          <p:cNvPr id="10" name="Picture 9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12801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901952"/>
            <a:ext cx="4937760" cy="8412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Five sites, one purpose per run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Notice vs ICO Word report (26 Aug 2026)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Yes if notice and ICO agree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Partial if consent is INCONCLUSIVE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Tax, cookies, checkout and marketing are different purposes</a:t>
            </a:r>
          </a:p>
        </p:txBody>
      </p:sp>
      <p:pic>
        <p:nvPicPr>
          <p:cNvPr id="14" name="Picture 13" descr="ico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788920"/>
            <a:ext cx="4937760" cy="12801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shows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Webbkoll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Cookies, third-party requests and server country.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pic>
        <p:nvPicPr>
          <p:cNvPr id="10" name="Picture 9" descr="fig4_keycdn_lookup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21488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45 on first scan, 101 on repeat scan.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News/media is the highest sector. Government is the lowest.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One purpose per ICO run (26 Aug 2026). Yes if notice and ICO agree; Partial if consent is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25603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06654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938528"/>
            <a:ext cx="310896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232" y="2066544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938528"/>
            <a:ext cx="43891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2066544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1938528"/>
            <a:ext cx="137160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97312" y="206654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68880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59689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468880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99232" y="259689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468880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2" y="259689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2468880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97312" y="259689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99232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127248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2999232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9232" y="3127248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2999232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3127248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24160" y="2999232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97312" y="3127248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529584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657600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3529584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99232" y="3657600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3529584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08192" y="3657600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3529584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97312" y="3657600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059936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87952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4059936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99232" y="4187952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4059936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08192" y="4187952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24160" y="4059936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97312" y="4187952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90288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18304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26080" y="4590288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99232" y="4718304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4590288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08192" y="4718304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0" y="4590288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97312" y="4718304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120640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24865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26080" y="5120640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99232" y="524865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5120640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08192" y="524865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424160" y="5120640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97312" y="524865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skatteetaten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Government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24871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22311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24248"/>
                </a:solidFill>
                <a:latin typeface="Calibri"/>
              </a:rPr>
              <a:t>Tax and National Population Register data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law requires this processing. Opt-out is generally not possible.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Legal obligation and public task APPROPRIATE. Consent NOT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4041648"/>
            <a:ext cx="8942832" cy="24871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4041648"/>
            <a:ext cx="109728" cy="2487168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4952" y="4187952"/>
            <a:ext cx="8485632" cy="22311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24248"/>
                </a:solidFill>
                <a:latin typeface="Calibri"/>
              </a:rPr>
              <a:t>Optional statistics cookies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Skyra, Matomo, Google Analytics and Siteimprove. The notice claims consent.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Consent INCONCLUSIVE. No basis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A00"/>
                </a:solidFill>
                <a:latin typeface="Calibri"/>
              </a:rPr>
              <a:t>Match: Partial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netflix_c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News / media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Account and payment data for the paid subscription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EEA/UK privacy statement: contractual necessity to provide the service.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fotball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Sport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Player name and club on public match history (13+)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NFF publishes active players with club opt-out. Not a public authority.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Legitimate interests APPROPRIATE. Public task does not fit.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FIKS membership is a different purpose and was not this ICO run.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document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News / media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88920" y="1298448"/>
            <a:ext cx="109728" cy="5230368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Google Signals advertising analytics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Article 6 is not named. Collection runs with Google login and ad personalization.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Consent INCONCLUSIVE. No basis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A00"/>
                </a:solidFill>
                <a:latin typeface="Calibri"/>
              </a:rPr>
              <a:t>Match: Partial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The choice sits in Google settings. Document Pluss terms also bundle the notice.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babyshop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Shopping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Checkout and order fulfilment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Name, address, contact, order and payment to deliver goods. Sales terms = purchase contract.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Contract APPROPRIATE. Article 6(1)(b) is not labeled in the notice.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Marketing and profiling stay a separate purpose.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¿Questions?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