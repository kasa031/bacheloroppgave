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the five ICO sites.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you open a front page, who else does it contact - and where in the world are those servers?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uses personal data, does it have a lawful basis - and does that claim hold up?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first scan ranks requests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repeat scan; ranking stays on first scan (45).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first Webbkoll scan. lanekassen.no and altinn.no have the fewest government requests. babyshop.no is 101 on the repeat scan; rankings stay on the first scan.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ICO labels are guidance, not a court finding.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