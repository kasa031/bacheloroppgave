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measures contact. Part 2 tests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Contact and lawful basis are different questions. A high request count is not a finding of unlawful processing.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records what one load contacted. It does not read the notice or decide Article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counts contact on one load. Cookies and requests are separate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113 requests and zero third-party cookies. document.no has the widest country list (6).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113. lanekassen.no 1. The pie is request share, not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ranking stays on Table 2. The screenshot is the later visit.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Table 5 row is one purpose from Table 1a.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means the notice aims at consent, but ICO marks consent INCONCLUSIVE and no basis APPROPRIATE.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is not a court finding. It means the consent wording did not pass the ICO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 in the notice, two ICO runs. Figure 7 in the report is the hub that splits those pages.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split as elsewhere: one purpose, one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also has the highest Webbkoll request count. That does not decide Article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 and legitimate interests do not fit this advertising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is contact. Part 2 is one purpose and one basis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44A1A4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44A1A4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691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0128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front page loads, how many third parties does it contact, and in which countries do those servers appear to be located?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site processes personal data, has it named a GDPR Article 6 lawful basis, and does the ICO tool agree?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1772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216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 i="0">
                <a:solidFill>
                  <a:srgbClr val="224248"/>
                </a:solidFill>
                <a:latin typeface="Calibri"/>
              </a:rPr>
              <a:t>3 September 2026</a:t>
            </a:r>
          </a:p>
        </p:txBody>
      </p:sp>
      <p:pic>
        <p:nvPicPr>
          <p:cNvPr id="10" name="Picture 9" descr="oslome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4135" y="5852160"/>
            <a:ext cx="283464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Two questions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29968"/>
            <a:ext cx="493776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18 sites in four sectors (Table 1)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Cookies, third-party requests, KeyCDN countries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Rank Table 2 requests, not cookies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Figures 2 to 4: counts, share, sectors</a:t>
            </a:r>
          </a:p>
        </p:txBody>
      </p:sp>
      <p:pic>
        <p:nvPicPr>
          <p:cNvPr id="10" name="Picture 9" descr="fig1_webbkoll_check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310128"/>
            <a:ext cx="4937760" cy="244144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FF9A00"/>
                </a:solidFill>
                <a:latin typeface="Calibri"/>
              </a:rPr>
              <a:t>Part 2  ·  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Five sites from Table 1a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One purpose per ICO run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Notice versus ICO Word report (26 Aug 2026)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Yes if notice and ICO agree; Partial if consent is INCONCLUSIVE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we measured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Webbkoll: one clean browser load per site - no add-ons, no cookie banner click.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We recorded cookies, third-party requests and server country on 18 front pages.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Table 2 (20 Aug 2026) is the ranking. Table 3 is a repeat check, not averaged in.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KeyCDN country is a geolocation guess from the IP - not a legal transfer register.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 looked at and key 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What we looked 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Cookies (small files on the device)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Third-party requests (calls to other companies, such as ads and fonts)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Countries (KeyCDN geolocation guess from the IP, not a legal transfer register)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800" b="1" i="0">
                <a:solidFill>
                  <a:srgbClr val="FF9A00"/>
                </a:solidFill>
                <a:latin typeface="Calibri"/>
              </a:rPr>
              <a:t>Many requests does not mean many cookies.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44A1A4"/>
                </a:solidFill>
                <a:latin typeface="Calibri"/>
              </a:rPr>
              <a:t>Key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fotball.no: 113 requests, zero third-party cookies.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17 of 18 sites: zero third-party cookies. ikea.no had 2.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lanekassen.no (1) and altinn.no (5): quietest e-government pages.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document.no: widest country list (6 excluding Norway).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News/media contacted the most. Government the fewest.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babyshop.no: 101 on Table 3; ranking stays on Table 2 (45).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224248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325E6A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Sport  ·  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263640"/>
            <a:ext cx="1124712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Ranked on Table 2 requests. lanekassen.no and altinn.no have the fewest government requests. babyshop.no is 101 on Table 3; rankings stay on Table 2.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2. News/media is the highest sector. Government is the lowest. Sport is high because of fotball.no.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one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klassekampen.no: 46 in Table 2, 56 on the screenshot</a:t>
            </a:r>
          </a:p>
        </p:txBody>
      </p:sp>
      <p:pic>
        <p:nvPicPr>
          <p:cNvPr id="7" name="Picture 6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07008"/>
            <a:ext cx="11430000" cy="2148840"/>
          </a:xfrm>
          <a:prstGeom prst="rect">
            <a:avLst/>
          </a:prstGeom>
        </p:spPr>
      </p:pic>
      <p:pic>
        <p:nvPicPr>
          <p:cNvPr id="8" name="Picture 7" descr="fig4_keycdn_lookup_klassekam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456432"/>
            <a:ext cx="7772400" cy="2606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2: 46 requests, 0 third-party cookies. Screenshot = Table 3 (56 requests to 13 hosts). Server: United States, Google.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Official ICO Word reports dated 26 August 2026. The labels are guidance, not a court finding.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One purpose per run. Compare what the notice claims with what ICO marks.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Yes: notice and ICO line up for that purpose. Partial: the notice aims at consent; ICO marks INCONCLUSIVE.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Tax, cookies, checkout and marketing are different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result versus the notice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256032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44475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280160"/>
            <a:ext cx="310896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99232" y="144475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280160"/>
            <a:ext cx="438912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08192" y="144475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24160" y="1280160"/>
            <a:ext cx="137160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97312" y="144475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901952"/>
            <a:ext cx="2560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066544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0" y="1901952"/>
            <a:ext cx="31089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99232" y="2066544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1901952"/>
            <a:ext cx="43891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08192" y="2066544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424160" y="1901952"/>
            <a:ext cx="1371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97312" y="2066544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523744"/>
            <a:ext cx="25603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2688336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2523744"/>
            <a:ext cx="310896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99232" y="2688336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523744"/>
            <a:ext cx="43891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08192" y="2688336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424160" y="2523744"/>
            <a:ext cx="137160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97312" y="2688336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145536"/>
            <a:ext cx="2560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3310128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26080" y="3145536"/>
            <a:ext cx="31089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99232" y="3310128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35040" y="3145536"/>
            <a:ext cx="43891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08192" y="3310128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424160" y="3145536"/>
            <a:ext cx="1371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497312" y="3310128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767328"/>
            <a:ext cx="25603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3931920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26080" y="3767328"/>
            <a:ext cx="310896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99232" y="3931920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35040" y="3767328"/>
            <a:ext cx="43891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08192" y="3931920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424160" y="3767328"/>
            <a:ext cx="137160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97312" y="3931920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389120"/>
            <a:ext cx="25603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4553712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26080" y="4389120"/>
            <a:ext cx="310896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99232" y="4553712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35040" y="4389120"/>
            <a:ext cx="43891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08192" y="4553712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424160" y="4389120"/>
            <a:ext cx="137160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497312" y="4553712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010912"/>
            <a:ext cx="25603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8912" y="5175504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26080" y="5010912"/>
            <a:ext cx="310896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999232" y="5175504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Checkout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35040" y="5010912"/>
            <a:ext cx="43891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08192" y="5175504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424160" y="5010912"/>
            <a:ext cx="137160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497312" y="5175504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614476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4A5568"/>
                </a:solidFill>
                <a:latin typeface="Calibri"/>
              </a:rPr>
              <a:t>ICO labels are guidance. Partial: the notice aims at consent; ICO does not mark consent APPROPRIATE.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match, two consent tests Partial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24248"/>
                </a:solidFill>
                <a:latin typeface="Calibri"/>
              </a:rPr>
              <a:t>Four core purposes match the notice: tax, paid streaming, match history, checkout.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FF9A00"/>
                </a:solidFill>
                <a:latin typeface="Calibri"/>
              </a:rPr>
              <a:t>Two consent tests are Partial: Skatteetaten optional cookies and document.no Google Signals.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In both cases the notice claims consent, but the ICO marks consent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Skatteetaten does not spell out clearly enough who processes the optional cookies and how to refuse them. document.no points users to Google ad settings; the ICO says that is not a clear, separate consent request, and Pluss terms bundle the notice.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two purposes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 and registry data: the law requires it. Opt-out is generally not possible.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legal obligation and public task APPROPRIATE. Consent NOT APPROPRIATE. Match: Yes.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Optional statistics cookies: the notice claims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consent INCONCLUSIVE; no basis APPROPRIATE. Match: Partial.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paid streaming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account and payment data needed to provide the paid service.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Notice (EEA/UK): contractual necessity.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Consent marked likely invalid for this purpose.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Ads and marketing in the same notice were left 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match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 and club of active players aged 13+, with club opt-out.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legitimate interests APPROPRIATE.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NFF is not a public authority, so public task does not fit.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FIKS membership is a different purpose and was not this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47120" cy="10515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ICO: no basis APPROPRIATE. Consent INCONCLUSIVE. Match: Partial.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11155680" cy="3474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Purpose: advertising analytics from site activity.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notice does not name Article 6. It looks like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ICO: the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choice sits in Google settings. Pluss terms also bundle the notice.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checkout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sales terms are a purchase contract.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Match: Yes for checkout.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notice does not label Article 6(1)(b). Marketing is a separate purpose.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the report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We measured how much 18 sites contact others on load, and we checked whether five of them have a valid GDPR basis for one specific purpose.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Many sites reach out to many others without setting cookies.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Four of five ICO purposes match the notice.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FF9A00"/>
                </a:solidFill>
                <a:latin typeface="Calibri"/>
              </a:rPr>
              <a:t>In two places where the site claims consent, the ICO is not satisfied with how consent is formulated.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000" b="0" i="0">
                <a:solidFill>
                  <a:srgbClr val="44A1A4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