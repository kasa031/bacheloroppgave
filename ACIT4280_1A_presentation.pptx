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Two parts: Webbkoll on 18 sites, then ICO on five privacy notices.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1 is the 18 Canvas names. Table 1a is why we picked the five. Stress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does not read a privacy notice and does not decide Article 6. Request volume is not cookie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skatteetaten.no: 5 internal cookies, 0 external cookies on Table 2. The ICO cookie row tests the notice, not that Webbkoll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 is third-party REQUESTS on Table 2, not cookies. The repeat measurement puts babyshop.no at 101; rankings follow the first measurement. skatteetaten.no also 14 requests; skiforeningen listed because fewer countries.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fotball.no at 113 and lanekassen.no at 1. Request volume is not cookie volume. Do not read the pie as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number on the screenshot is 56 because that is the later scan. The ranking in Table 4 is 46 from Table 2. Zero third-party cookies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that we used official ICO reports dated 26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skatteetaten has two ICO rows because the notice has two purposes. The 18-site Webbkoll table is Part 1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of five core purposes match. Two consent tests fail: skatteetaten cookies (Q6) and document.no Signals (request not separate from terms).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purposes, two reports. Table 5 cookie row tests the notice.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Netflix requires 18 or a parent.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ICO also points to an LIA and children's-data guidance for 13-17.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strongest 1A finding: a notice can talk like consent and still fail the ICO consent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service, consent for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questions. If asked about access requests: that is outside the scope of this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Likely questions: why not test Document Pluss as contract (would duplicate Netflix); why LI for football names (notice + opt-out + limited data).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
Due 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report has two parts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18 course-listed sites (Table 1)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Shopping, government, news/media/entertainment, spare time/sports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Columns: server country, internal/external cookies, 3rd-party requests, countries excl. Norway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Figures 2-4: all 18 sites, share, sector totals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Rank on Table 2 requests, not cookies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 lawful basis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notices from Table 1a (one shopping, one government, two news, one sport)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babyshop, skatteetaten, Netflix, document.no, fotball.no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One concrete purpose per ICO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Compare notice vs official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Cookies, membership and checkout stay separate purposes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 with Webbkoll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English Webbkoll; one live Chromium visit: no add-ons, no Do Not Track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Server country = KeyCDN of the site IP; country list = KeyCDN of third-party IPs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Norway dropped from the country count (the list may still print NO)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n/a = KeyCDN returned no country (dnt.no, babyshop.no, altinn.no on Table 3)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Table 2 = first scan and ranking base; Table 3 = later check, not averaged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Request count is not the same as cookie count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does not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It does not decide Article 6. That is the ICO tool.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 high request count is not a cookie count.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ikea.no is the only row with external cookies (2), after redirect to ikea.com.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babyshop.no is 101 requests on Table 3, but 45 on Table 2. Rankings stay on Table 2.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Article 6 is not on the Webbkoll page. That is the ICO 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 request column. Highest 1 = worst sharer. Lowest 1 = most restrained. babyshop 101 is Table 3 only.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All three charts use Table 2. News/media is the largest sector total; government is the smallest;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method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on the ranking,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 rank: 46 requests, 0 third-party cookies. Screenshots = later visit (Table 3: 56 requests to 13 hosts). Server KeyCDN: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lawful basis: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Tool: ICO Lawful basis interactive guidance. Official Word reports dated 26 August 2026.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Five services from Table 1a. One concrete processing activity per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Compare: what the notice claims vs what ICO marks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Match Yes = they line up for that purpose. Partial = notice aims at consent, ICO marks INCONCLUSIVE.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Do not mix cookies, marketing, membership and checkout in one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UK recognised legitimate interest did not fit any of our five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One purpose per ICO 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Article 6 (GDPR)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Why may we process this personal data?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Contract, legal obligation, public task, consent, legitimate interests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•  Example: tax and folkeregister under named acts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Keep purposes apart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402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 data is not optional statistics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Checkout is not marketing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Match lists are not FIKS membership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Mix them in one ICO run and the tool mixes the bases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37744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280160"/>
            <a:ext cx="292608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16352" y="1444752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280160"/>
            <a:ext cx="48463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144475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0" y="1280160"/>
            <a:ext cx="128016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88752" y="14447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1901952"/>
            <a:ext cx="2926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16352" y="206654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1901952"/>
            <a:ext cx="4846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42432" y="206654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0" y="1901952"/>
            <a:ext cx="1280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88752" y="206654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37744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2523744"/>
            <a:ext cx="292608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2688336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0" y="2523744"/>
            <a:ext cx="4846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2432" y="2688336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2523744"/>
            <a:ext cx="12801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88752" y="2688336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0" y="3145536"/>
            <a:ext cx="292608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16352" y="3310128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0" y="3145536"/>
            <a:ext cx="4846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42432" y="3310128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515600" y="3145536"/>
            <a:ext cx="12801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88752" y="33101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37744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0" y="3767328"/>
            <a:ext cx="292608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816352" y="3931920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0" y="3767328"/>
            <a:ext cx="4846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42432" y="3931920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15600" y="3767328"/>
            <a:ext cx="12801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88752" y="3931920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37744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389120"/>
            <a:ext cx="292608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16352" y="4553712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0" y="4389120"/>
            <a:ext cx="4846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4553712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Consent INCONCLUSIVE; none APPROPRIATE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15600" y="4389120"/>
            <a:ext cx="12801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88752" y="4553712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37744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0" y="5010912"/>
            <a:ext cx="292608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816352" y="5175504"/>
            <a:ext cx="2816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Checkout / delivery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0" y="5010912"/>
            <a:ext cx="4846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2432" y="5175504"/>
            <a:ext cx="4736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15600" y="5010912"/>
            <a:ext cx="12801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88752" y="5175504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6B3A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Each row is one purpose. Yes = notice and ICO line up. Partial = they aim at consent, but ICO marks consent INCONCLUSIVE and no basis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law for tax, consent for cookies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1: identity, income and tax data for tax and folkeregister.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Notice: first and foremost laid down in law. Opt-out generally not possible.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Named acts: skatteforvaltningsloven, folkeregisterloven, skattebetalingsloven.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Controller: the Director General of Taxation (Skattedirektøren).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ICO: legal obligation APPROPRIATE, public task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Consent NOT APPROPRIATE for core tax (no genuine free choice). Contract and LI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Purpose 2: optional stats cookies in the notice. ICO: consent INCONCLUSIVE (Q6). No basis APPROPRIATE.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/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contract for the paid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account and payment data to provide the subscription.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EEA/UK notice: contractual necessity to provide the service to members.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All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Consent: not appropriate / likely invalid (no real ongoing choice).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LI, legal obligation and consent in the notice apply to other purposes.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Keep ads, recommendations and marketing out of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legitimate interests for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Purpose: publish name and club of active players 13+ (kamphistorikk).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Notice: public-interest match history, opt-out via the club.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ICO: Legitimate interests APPROPRIATE after necessity + balancing.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NFF is a sports federation, not a public authority (public task No).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FIKS membership can use contract. That is a different purpose and was not this run.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This ICO run is match-history publication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news  ·  the mismatch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8B1E1E"/>
                </a:solidFill>
                <a:latin typeface="Calibri"/>
              </a:rPr>
              <a:t>ICO marks no basis APPROPRIATE. Consent is INCONCLUSIVE.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Purpose: Google Signals / ad analytics (demographics, interests, cross-device).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Notice does not name Article 6. Runs only if logged into Google with ad personalization.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Opt-out: Google Ads Settings, mobile, NAI, Analytics add-on.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Q5: consent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Choice sits at Google. Pluss terms also say you accept the privacy notice by using the service.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Contract and LI correctly rejected for this advertising purpose.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Match: partial. They aim at consent; ICO says fix the request.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ICO  · 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contract for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Terms point 1: a sales contract (18 years or guardian).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ICO: Contract APPROPRIATE. Other bases NOT APPROPRIATE.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Notice does not label Art. 6(1)(b). Section 5 is profiling, not purchase.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Marketing/profiling: consent (separate purpose). Cookie categories in the notice stay off this ICO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74980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want the room to remember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Webbkoll measures contact, not lawfulness.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Rankings follow Table 2. Table 3 is a check. Do not average them.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fotball.no has the highest request count (113) and still zero third-party cookies.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Four of five core ICO purposes match the notice (Table 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Two consent tests fail: skatteetaten cookies (Q6) and document.no Signals (Q5).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Legal obligation (tax) is not the same ICO purpose as optional cookies.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