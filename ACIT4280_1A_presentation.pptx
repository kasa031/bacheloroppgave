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1_webbkoll_check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4937760" cy="19659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