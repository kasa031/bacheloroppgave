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shows that request volume is not cookie volume. Continue with the ICO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Tax: law. Cookies: they aim at consent, but ICO says name controller, purpose and types more clearly. No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If KeyCDN returns no country: recorded as not available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tables: Table 2 first measurement, Table 3 repeat measurement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Yes/No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5943600" cy="507492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5486400" cy="246888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794760"/>
            <a:ext cx="5486400" cy="2514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233172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0"/>
            <a:ext cx="7772400" cy="2788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(Yes/No,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 test 24 Aug 2026 on skatteetaten.no/person/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Yes/No.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(Yes/No).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