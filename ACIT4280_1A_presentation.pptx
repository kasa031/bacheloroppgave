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splits the privacy notice from the cookie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purpose, one basis. Ads and marketing in the same notice were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the highest Webbkoll request count.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07792"/>
            <a:ext cx="12191695" cy="54864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10972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90672"/>
            <a:ext cx="5349240" cy="184708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6792" y="3090672"/>
            <a:ext cx="5349240" cy="184708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321868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1" i="0">
                <a:solidFill>
                  <a:srgbClr val="FF9A00"/>
                </a:solidFill>
                <a:latin typeface="Calibri"/>
              </a:rPr>
              <a:t>Our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456432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a site processes personal data, has it named a GDPR Article 6 lawful basis, and does the ICO tool agree?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21868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Article 6(1) GDPR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38144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224248"/>
                </a:solidFill>
                <a:latin typeface="Calibri"/>
              </a:rPr>
              <a:t>Six lawful bases for processing personal data: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657600"/>
            <a:ext cx="4937760" cy="114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Consent (a)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Contractual necessity (b)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Legal obligation (c)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Vital interests (d)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Public task (e)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Legitimate interests (f)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47488"/>
            <a:ext cx="11183112" cy="1828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02352"/>
            <a:ext cx="109728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8" name="Picture 17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276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6276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93392"/>
            <a:ext cx="4937760" cy="2331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993392"/>
            <a:ext cx="4937760" cy="2331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572000"/>
            <a:ext cx="493776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0"/>
            <a:ext cx="4937760" cy="1280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37960" y="4572000"/>
            <a:ext cx="493776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572000"/>
            <a:ext cx="4937760" cy="12801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skatteetate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24871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Tax and National Population Register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law requires this processing. Opt-out is generally not possible.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Legal obligation and public task APPROPRIATE. Consent NOT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041648"/>
            <a:ext cx="8942832" cy="24871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4041648"/>
            <a:ext cx="109728" cy="24871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1879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Optional statistics cookies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Skyra, Matomo, Google Analytics and Siteimprove. The notice claims consent.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netflix_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Account and payment data for the paid subscription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EEA/UK privacy statement: contractual necessity to provide the service.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fotball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Player name and club on public match history (13+)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NFF publishes active players with club opt-out. Not a public authority.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Legitimate interests APPROPRIATE. Public task does not fit.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FIKS membership is a different purpose and was not this ICO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document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298448"/>
            <a:ext cx="109728" cy="52303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Google Signals advertising analytics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Article 6 is not named. Collection runs with Google login and ad personalization.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The choice sits in Google settings. Document Pluss terms also bundle the notice.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babyshop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Shopping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Checkout and order fulfilment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Name, address, contact, order and payment to deliver goods. Sales terms = purchase contract.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Article 6(1)(b) is not labeled in the notice.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Marketing and profiling stay a separate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¿Questions?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