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199632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ICO labels are guidance, not a court finding.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