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1 is the 18 Canvas names. Table 1a is why we picked the five. Stress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skatteetaten.no: 5 internal cookies, 0 external cookies on Table 2. The ICO cookie row tests the notice, not that Webbkoll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fotball.no at 113 and lanekassen.no at 1. Request volume is not cookie volume. Do not read the pie as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number on the screenshot is 56 because that is the later scan. The ranking in Table 4 is 46 from Table 2. Zero third-party cookies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skatteetaten has two ICO rows because the notice has two purposes. The 18-site Webbkoll table is Part 1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of five core purposes match. Two consent tests fail: skatteetaten cookies (Q6)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purposes, two reports. Table 5 cookie row tests the notice.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Netflix requires 18 or a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Due 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sites (Table 1)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country,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Figures 2-4: counts, share, sectors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notices from Table 1a (one shopping, one government, two news, one sport)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babyshop, skatteetaten, Netflix, document.no, fotball.no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Webbkoll; one live Chromium visit: no add-ons, no Do Not Track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 = KeyCDN of the site IP; country list = KeyCDN of third-party IPs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country count (the list may still print NO)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n/a = KeyCDN returned no country (dnt.no, babyshop.no, altinn.no on Table 3)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Table 2 = first scan and ranking base; Table 3 = later check, not averaged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Request count is not the same as cookie count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decide Article 6. That is the ICO tool.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 high request count is not a cookie count.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babyshop.no is 101 requests on Table 3, but 45 on Table 2. Rankings stay on Table 2.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request column. Highest 1 = worst sharer. Lowest 1 = most restrained. babyshop 101 is Table 3 only.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All three charts use Table 2. News/media is the largest sector total; government is the smallest;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on the ranking,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rank: 46 requests, 0 third-party cookies. Screenshots = later visit (Table 3: 56 requests to 13 hosts). Server KeyCDN: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guidance. Official Word reports dated 26 August 2026.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 from Table 1a.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Match Yes = they line up for that purpose. Partial = notice aims at consent, ICO marks INCONCLUSIVE.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recognised legitimate interest did not fit any of our five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One purpose per ICO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Keep purposes apart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 data is not optional statistics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Checkout is not marketing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Match lists are not FIKS membership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Mix them in one ICO run and the tool mixes the bases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37744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280160"/>
            <a:ext cx="292608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144475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280160"/>
            <a:ext cx="4846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14447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0" y="1280160"/>
            <a:ext cx="12801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88752" y="14447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901952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6352" y="20665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901952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0665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0" y="1901952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88752" y="20665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523744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268833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523744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2432" y="268833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523744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268833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145536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16352" y="331012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3145536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42432" y="331012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0" y="3145536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88752" y="33101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3767328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6352" y="393192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767328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42432" y="393192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0" y="3767328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3931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16352" y="45537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4389120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45537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15600" y="4389120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88752" y="45537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5010912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16352" y="517550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5010912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2432" y="517550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15600" y="5010912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88752" y="517550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Each row is one purpose. Yes = notice and ICO line up. Partial = they aim at consent, but ICO marks consent INCONCLUSIVE and no basis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in the notice. ICO: consent INCONCLUSIVE (Q6). No basis APPROPRIATE.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 and was not this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This ICO run is match-history publication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 purpose). Cookie categories in the notice stay off this ICO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Rankings follow Table 2. Table 3 is a check. Do not average them.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(113)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 (Table 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ICO purpose as optional cookies.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