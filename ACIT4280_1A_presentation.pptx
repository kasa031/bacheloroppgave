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5394960" cy="160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44A1A4"/>
                </a:solidFill>
                <a:latin typeface="Calibri"/>
              </a:rPr>
              <a:t>Article 6(1) GDPR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310128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84448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Consent (a)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Contractual necessity (b)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Legal obligation (c)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Vital interests (d)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Public task (e)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 Legitimate interests (f)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3" name="Picture 12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4937760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pic>
        <p:nvPicPr>
          <p:cNvPr id="14" name="Picture 13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8892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