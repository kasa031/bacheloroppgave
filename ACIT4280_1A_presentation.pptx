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and lawful basis are different questions. A high request count is not a finding of unlawful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what one load contacted. It does not read the notice or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ranking stays on Table 2. The screenshot is the later visit.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Table 5 row is one purpose from Table 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means the notice aims at consent, but ICO marks consent INCONCLUSIVE and no basis APPROPRIATE.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When a front page loads, how many other companies does it contact, and in which countries do those machines appear to sit?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When a site uses personal data, has it named a GDPR Article 6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Oslo Metropolitan University
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18 sites in four sectors (Table 1)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Cookies, third-party requests, KeyCDN countries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Rank Table 2 requests, not cookies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Figures 2 to 4: counts, share, sectors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Five sites from Table 1a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One purpose per ICO run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Notice versus ICO Word report (26 Aug 2026)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Yes if notice and ICO agree; Partial if consent is INCONCLUSIVE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English Webbkoll. One load per visit. No add-ons. Do Not Track off.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Table 2 (20 Aug 2026) is the ranking. Table 3 is a later check, not averaged.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KeyCDN country is a geolocation guess from the IP, not a legal transfer register.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Requests are not cookies. 17 of 18 sites had zero external cookies. ikea.no had 2.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looked at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 looked 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Cookies (small files on the device)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Third-party requests (calls to other companies, such as ads and fonts)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Countries (KeyCDN geolocation guess from the IP, not a legal transfer register)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8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Table 3; ranking stays on Table 2 (45).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Table 2 requests. lanekassen.no and altinn.no have the fewest government requests. babyshop.no is 101 on Table 3; rankings stay on Table 2.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one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in Table 2,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2: 46 requests, 0 third-party cookies. Screenshot = Table 3 (56 requests to 13 hosts). Server: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Official ICO Word reports dated 26 August 2026. The labels are guidance, not a court finding.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run. Compare what the notice claims with what ICO marks.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Yes: notice and ICO line up for that purpose. Partial: the notice aims at consent; ICO marks INCONCLUSIVE.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versus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5603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80160"/>
            <a:ext cx="310896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4447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80160"/>
            <a:ext cx="43891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144475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0" y="1280160"/>
            <a:ext cx="137160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7312" y="144475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901952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9232" y="2066544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901952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2066544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01952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97312" y="2066544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523744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2688336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523744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2688336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24160" y="2523744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97312" y="2688336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145536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3310128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3310128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3145536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97312" y="3310128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3767328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393192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767328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8192" y="3931920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3767328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97312" y="3931920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389120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553712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4389120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553712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4160" y="4389120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97312" y="4553712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5010912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99232" y="5175504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5010912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08192" y="5175504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24160" y="5010912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97312" y="5175504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ICO labels are guidance. Partial: the notice aims at consent; ICO does not mark consent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