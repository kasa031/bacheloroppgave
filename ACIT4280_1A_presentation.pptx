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07792"/>
            <a:ext cx="12191695" cy="54864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972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90672"/>
            <a:ext cx="5349240" cy="184708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6792" y="3090672"/>
            <a:ext cx="5349240" cy="184708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21868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FF9A00"/>
                </a:solidFill>
                <a:latin typeface="Calibri"/>
              </a:rPr>
              <a:t>Our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456432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a site processes personal data, has it named a GDPR Article 6 lawful basis, and does the ICO tool agree?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1868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Article 6(1) GDPR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38144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224248"/>
                </a:solidFill>
                <a:latin typeface="Calibri"/>
              </a:rPr>
              <a:t>Six lawful bases for processing personal data: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57600"/>
            <a:ext cx="4937760" cy="114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Consent (a)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Contractual necessity (b)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Legal obligation (c)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Vital interests (d)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Public task (e)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Legitimate interests (f)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47488"/>
            <a:ext cx="11183112" cy="1828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02352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8" name="Picture 17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276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93392"/>
            <a:ext cx="4937760" cy="2331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993392"/>
            <a:ext cx="4937760" cy="2331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572000"/>
            <a:ext cx="493776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0"/>
            <a:ext cx="4937760" cy="1280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37960" y="4572000"/>
            <a:ext cx="493776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572000"/>
            <a:ext cx="4937760" cy="12801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•  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•  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•  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•  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