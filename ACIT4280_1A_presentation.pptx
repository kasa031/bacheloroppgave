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 (open). Welcome the audience. State the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Read the split once. Each person stays on their slides. Hand over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Point to fotball.no at 113 and lanekassen.no at 1.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This shows that request volume is not cookie volume. Hand over to Karina for 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A clean ICO run with Consent Q1 = No marks consent NOT APPROPRIATE for tax. Cookies are a separate purpose and a separate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Four of five core purposes match. Two consent tests fail: skatteetaten cookies (Q6, banner too short)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Two purposes, two reports. Tax: law. Cookies: they aim at consent, but ICO says name controller, purpose and types more clearly. Nei test 24 August 2026 on skatteetaten.no/person/.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Netflix requires 18 or a parent. Hand over to Sumit.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Sumit, then any member. 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Third-party data sharing, tracking
and lawful basis on Norwegian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  ·  20 minutes  ·  All members present
Due 3 September 2026, 08:00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20 minutes  ·  four speakers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Who presents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Humna Akhtar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928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Task, method, Webbkoll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157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Mithun Chandra Debnath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Webbkoll findings: highest/lowest, sectors, klassekampen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26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044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Karina Sætersdal Nilssen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ICO tool, one purpose, Skatteetaten, Netflix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114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932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Sumit Prasad Sah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5896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fotball.no, document.no, babyshop.no,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3035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Highest and lowest contact; most countries; restrained e-government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privacy notices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If KeyCDN returns no country: recorded as not available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tables: Table 2 first measurement, Table 3 repeat measurement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Ja/Nei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two measurements are not averaged.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8" name="Picture 7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1872"/>
            <a:ext cx="5943600" cy="5074920"/>
          </a:xfrm>
          <a:prstGeom prst="rect">
            <a:avLst/>
          </a:prstGeom>
        </p:spPr>
      </p:pic>
      <p:pic>
        <p:nvPicPr>
          <p:cNvPr id="9" name="Picture 8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61872"/>
            <a:ext cx="5486400" cy="2468880"/>
          </a:xfrm>
          <a:prstGeom prst="rect">
            <a:avLst/>
          </a:prstGeom>
        </p:spPr>
      </p:pic>
      <p:pic>
        <p:nvPicPr>
          <p:cNvPr id="10" name="Picture 9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794760"/>
            <a:ext cx="5486400" cy="25146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pic>
        <p:nvPicPr>
          <p:cNvPr id="8" name="Picture 7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2331720"/>
          </a:xfrm>
          <a:prstGeom prst="rect">
            <a:avLst/>
          </a:prstGeom>
        </p:spPr>
      </p:pic>
      <p:pic>
        <p:nvPicPr>
          <p:cNvPr id="9" name="Picture 8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0"/>
            <a:ext cx="7772400" cy="2788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(Ja/Nei,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Nei test 24 Aug 2026 on skatteetaten.no/person/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(Skyra, Matomo, GA, Siteimprove). Ja/Nei. ICO: consent INCONCLUSIVE (Q6). No basis APPROPRIATE.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(Ja/Nei).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Privacy by Design  |  Third-party sharing and lawful basis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Humna  ·  Mithun  ·  Karina  ·  Sumit
ACIT4280 Privacy by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