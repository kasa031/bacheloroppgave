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is the hub that splits those pages.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split as elsewhere: one purpose, one basis.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count. That does not decide Article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Table 2. 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ICO labels are guidance, not a court finding.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Opt-out is generally not possible.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claims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needed to provide the paid service.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from site activity.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does not name Article 6. It looks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sits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