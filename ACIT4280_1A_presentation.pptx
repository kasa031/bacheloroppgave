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audience. State the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fotball.no at 113 and lanekassen.no at 1.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shows that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purposes, two reports. Tax: law. Cookies: they aim at consent, but ICO says name controller, purpose and types more clearly. Nei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Highest and lowest contact; most countries; restrained e-government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privacy notices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 (company name is not a country)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Cloudflare with no Country field: none returned, not counted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 on purpose: Table 2 first measurement, Table 3 repeat measurement (Art. 5(1)(a))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two measurements are not averaged.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and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8" name="Picture 7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80160"/>
            <a:ext cx="5852160" cy="50292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557784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4480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 News and media contact the most hosts.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 Government contacts the fewest.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 fotball.no raises the sport total.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 ikea.no is the only third-party-cookie site.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pic>
        <p:nvPicPr>
          <p:cNvPr id="8" name="Picture 7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852160" cy="3657600"/>
          </a:xfrm>
          <a:prstGeom prst="rect">
            <a:avLst/>
          </a:prstGeom>
        </p:spPr>
      </p:pic>
      <p:pic>
        <p:nvPicPr>
          <p:cNvPr id="9" name="Picture 8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48640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Scan 20 August 2026, 12:36:46 UTC. 4 first-party cookies, 0 third-party cookies, 56 requests to 13 hosts (Google advertising, Meta, Cookiebot). Missing HSTS and CSP concern Arts. 5(1)(f), 25 and 32, not Article 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Ja/Nei. ICO: consent INCONCLUSIVE (Q6). No basis APPROPRIATE.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Privacy by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