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FF1D1"/>
                </a:solidFill>
                <a:latin typeface="Calibri"/>
              </a:rPr>
              <a:t>When a person opens a Norwegian-facing front page, how many other companies does that page contact, and in which countries do those machines appear to sit?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1D1"/>
                </a:solidFill>
                <a:latin typeface="Calibri"/>
              </a:rPr>
              <a:t>When a site uses personal data, has it named a GDPR Article 6 basis, and does that basis hold in the ICO tool?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Table 5: Yes or Partial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English Webbkoll. One load per visit. No add-ons. Do Not Track off.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later check, not averaged.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IP, not a legal transfer register.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Requests are not cookies. 17 of 18 sites had zero external cookies. ikea.no had 2.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1B365D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1B365D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1B365D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B365D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B365D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We measured how much 18 Norwegian sites contact others when they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