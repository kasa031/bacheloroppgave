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front page loads, how many other companies does it contact, and in which countries do those machines appear to sit?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site uses personal data, has it named a GDPR Article 6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1B365D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