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splits the privacy notice from the cookie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purpose, one basis. Ads and marketing in the same notice were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the highest Webbkoll request count. Contact and lawful basis are separate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659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45 on first scan, 101 on repeat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skatteetaten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Government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24871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Tax and National Population Register data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law requires this processing. Opt-out is generally not possible.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Legal obligation and public task APPROPRIATE. Consent NOT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041648"/>
            <a:ext cx="8942832" cy="24871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4041648"/>
            <a:ext cx="109728" cy="24871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41879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Optional statistics cookies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Skyra, Matomo, Google Analytics and Siteimprove. The notice claims consent.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netflix_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Account and payment data for the paid subscription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EEA/UK privacy statement: contractual necessity to provide the service.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fotball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Player name and club on public match history (13+)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NFF publishes active players with club opt-out. Not a public authority.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Legitimate interests APPROPRIATE. Public task does not fit.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FIKS membership is a different purpose and was not this ICO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document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298448"/>
            <a:ext cx="109728" cy="52303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Google Signals advertising analytics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Article 6 is not named. Collection runs with Google login and ad personalization.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The choice sits in Google settings. Document Pluss terms also bundle the notice.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babyshop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Shopping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Checkout and order fulfilment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Name, address, contact, order and payment to deliver goods. Sales terms = purchase contract.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Article 6(1)(b) is not labeled in the notice.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Marketing and profiling stay a separate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¿Questions?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