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group. State the two parts: Webbkoll on 18 sites, then ICO on five notices. This is 1A, not 1B (no data-subject request 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Later clock puts babyshop.no at 101; we do not replace the first fill.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Figure 2 and Figure 3 in the paper if the projector can show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proves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Mixing tax processing into a cookie run made consent INCONCLUSIVE. That is why we ran cookies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selected purposes match. document.no is the teaching case: they aim at consent but ICO says the request is not good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purposes. Do not treat the cookie banner as the basis for tax. Nei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1B: that is the other group's access-request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  |  Group assignment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Canvas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Assignment 1A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Interesting cases (loudest, most globalised, quiet e-gov)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Group 1-A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we chose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 1B: we do not send access requests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 named in the brief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 (company name is not a country)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Cloudflare with no Country field: none returned, not counted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 on purpose: Table 2 first clock, Table 3 later clock (Art. 5(1)(a))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 never average two clocks.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Interesting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Loudest front: fotball.no (113 requests) with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Most globalised first fill: document.no (6 countries excl. Norway).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Quietest e-government: lanekassen.no (1 request) and altinn.no (5).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Only third-party-cookie site: ikea.no (2 cookies).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News/media is the loudest sector; government is the quietest.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Shopping sits in the middle; babyshop.no jumps to 101 requests on a later clock.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Open item: one Netflix third-party Look up (assets.nflxext.com).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Highest 5 in Table 4, and our full method walkthrough.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Scan 20 August 2026, 12:36:46 UTC.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4 first-party cookies, 0 third-party cookies, 56 requests to 13 hosts.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Hosts include Google advertising, Meta,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Server KeyCDN: United States (Google). Third-party countries: IE, SE, US.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Missing HSTS, CSP, SRI, X-Content-Type-Options, X-Frame-Options.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Those gaps are Arts. 5(1)(f), 25 and 32, not Article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Group 1-A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INCONCLUSIVE for core tax.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Ja/Nei. ICO: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is loud on requests and still has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document.no does not: Google settings are not a clear Document consent request.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Group 1-A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