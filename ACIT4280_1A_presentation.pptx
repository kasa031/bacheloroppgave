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 (open). Welcome the group. State the two parts: Webbkoll on 18 sites, then ICO on five notices. This is 1A, not 1B (no data-subject request test).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Read the split once. Each person stays on their slides. Hand over by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Stress one purpose at a time. Cookie clicks are not the lawful basis for tax or checkout.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Webbkoll does not read a privacy notice and does not decide Article 6.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Humna. Hand over to Mithun for the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Rank is third-party REQUESTS on Table 2, not cookies. Later clock puts babyshop.no at 101; we do not replace the first fill. skatteetaten.no also 14 requests; skiforeningen listed because fewer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Point to Figure 2 and Figure 3 in the paper if the projector can show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Mithun. This proves request volume is not cookie volume. Hand over to Karina for 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Hold up that we used official ICO reports dated 26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A clean ICO run with Consent Q1 = No marks consent NOT APPROPRIATE for tax. Cookies are a separate purpose and a separate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Four of five core purposes match. Two consent tests fail: skatteetaten cookies (Q6, banner too short) and document.no Signals (request not separate from terms).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Two purposes, two reports. Tax: law. Cookies: they aim at consent, but ICO says name controller, purpose and types more clearly. Nei test 24 August 2026 on skatteetaten.no/person/.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Karina. Netflix requires 18 or a parent. Hand over to Sumit.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ICO also points to an LIA and children's-data guidance for 13-17.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This is the strongest 1A finding: a notice can talk like consent and still fail the ICO consent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Same pattern as Netflix: contract for the core service, consent for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Sumit. Then questions. If asked about 1B: that is the other group's access-request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Sumit, then any member. Likely questions: why not test Document Pluss as contract (would duplicate Netflix); why LI for football names (notice + opt-out + limited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  |  Group assignment 1A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Third-party data sharing, tracking
and lawful basis on Norwegian 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Humna Akhtar  ·  Mithun Chandra Debnath
Karina Sætersdal Nilssen  ·  Sumit Prasad Sah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  ·  20 minutes  ·  All members present
Due 3 September 2026, 08:00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20 minutes  ·  four speakers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Who presents what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2704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Humna Akhtar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928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Task, method, Webbkoll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7373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1576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Mithun Chandra Debnath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815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Webbkoll findings: highest/lowest, sectors, klassekampen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9260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9476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90448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Karina Sætersdal Nilssen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7024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ICO tool, one purpose, Skatteetaten, Netflix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411480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109728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932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Sumit Prasad Sah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45896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fotball.no, document.no, babyshop.no,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3035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B365D"/>
                </a:solidFill>
                <a:latin typeface="Calibri"/>
              </a:rPr>
              <a:t>~5 min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Canvas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Assignment 1A has two parts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Norwegian-facing sites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Shopping, government, news/media, sport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Server location, cookies, 3rd-party requests, countries excl. Norway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Graphics per sector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Interesting cases (loudest, most globalised, quiet e-gov)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Group 1-A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notices we chose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skatteetaten, Netflix, fotball.no, document.no, babyshop.no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One concrete purpose per ICO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Compare notice vs official ICO report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 1B: we do not send access requests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 with Webbkoll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English Webbkoll interface named in the brief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One live Chromium visit: no add-ons, no Do Not Track, no consent click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Scan clock on the result page is part of the measurement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Server country: KeyCDN Country field for the IP (company name is not a country)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Norway dropped from the shared-country list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Cloudflare with no Country field: none returned, not counted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Two tables on purpose: Table 2 first clock, Table 3 later clock (Art. 5(1)(a))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Humna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does not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It does not click Ja/Nei or Cookiebot.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Zero third-party cookies can still mean many third-party requests.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ikea.no is the only row with external cookies (2), after redirect to ikea.com.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 never average two clocks. A later visit can differ (24-hour store).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Article 6 is not on the Webbkoll page. That is the ICO tool.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647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756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916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647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756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060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791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990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6060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6791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9900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935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9044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5204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5935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9044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348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079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188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4348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5079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8188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5394960" cy="8229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4223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7332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349240"/>
            <a:ext cx="5303520" cy="8229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42239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57332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Interesting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Loudest front: fotball.no (113 requests) with still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Most globalised first fill: document.no (6 countries excl. Norway).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Quietest e-government: lanekassen.no (1 request) and altinn.no (5).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Only third-party-cookie site: ikea.no (2 cookies).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News/media is the loudest sector; government is the quietest.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Shopping sits in the middle; babyshop.no jumps to 101 requests on a later clock.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Open item: one Netflix third-party Look up (assets.nflxext.com).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method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Mithun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requests without third-party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Highest 5 in Table 4, and our full method walkthrough.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Scan 20 August 2026, 12:36:46 UTC.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4 first-party cookies, 0 third-party cookies, 56 requests to 13 hosts.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Hosts include Google advertising, Meta, Cookiebot.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Server KeyCDN: United States (Google). Third-party countries: IE, SE, US.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Missing HSTS, CSP, SRI, X-Content-Type-Options, X-Frame-Options.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Those gaps are Arts. 5(1)(f), 25 and 32, not Article 6.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Group 1-A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lawful basis: one purpose at a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Tool: ICO Lawful basis interactive guidance (updated 14 April 2026).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Five services, one concrete processing activity per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Find the privacy notice, run the tool, save the official Word report.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Compare: what the notice claims vs what ICO marks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Do not mix cookies, marketing, membership and checkout in one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UK tool also has recognised legitimate interest (five narrow public purposes). None of our five purposes fitted that list.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Article 6 is not a cookie click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Article 6 (GDPR)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Why may we process this personal data?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Contract, legal obligation, public task, consent, legitimate interests, vital interests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Example: tax and folkeregister under named acts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ePrivacy / cookies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May we store/read info on the device?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Necessary cookies: often no extra consent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Analytics and ads: consent (Ja/Nei, Cookiebot)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Nei test 24 Aug 2026 on skatteetaten.no/person/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vs the notice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237744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490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325880"/>
            <a:ext cx="292608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16352" y="149047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325880"/>
            <a:ext cx="484632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14904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1325880"/>
            <a:ext cx="1280160" cy="6583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88752" y="14904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984248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14884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1984248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6352" y="214884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1984248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214884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1984248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88752" y="214884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280720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642616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16352" y="2807208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2642616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42432" y="2807208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2642616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88752" y="280720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00984"/>
            <a:ext cx="23774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46557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0" y="3300984"/>
            <a:ext cx="29260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16352" y="3465576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3300984"/>
            <a:ext cx="48463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42432" y="3465576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0" y="3300984"/>
            <a:ext cx="1280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88752" y="3465576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59352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2394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0" y="3959352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16352" y="412394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0" y="3959352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42432" y="412394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15600" y="3959352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88752" y="412394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17720"/>
            <a:ext cx="237744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82312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0" y="4617720"/>
            <a:ext cx="292608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16352" y="4782312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4617720"/>
            <a:ext cx="484632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42432" y="4782312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15600" y="4617720"/>
            <a:ext cx="1280160" cy="65836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88752" y="47823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76088"/>
            <a:ext cx="237744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44068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5276088"/>
            <a:ext cx="292608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16352" y="544068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Checkout / delivery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0" y="5276088"/>
            <a:ext cx="484632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42432" y="544068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515600" y="5276088"/>
            <a:ext cx="1280160" cy="65836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88752" y="544068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law for tax, consent for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1: identity, income and tax data for tax and folkeregister.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Notice: first and foremost laid down in law. Opt-out generally not possible.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Named acts: skatteforvaltningsloven, folkeregisterloven, skattebetalingsloven.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Controller: the Director General of Taxation (Skattedirektøren).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ICO: legal obligation APPROPRIATE, public task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Consent NOT APPROPRIATE for core tax (no genuine free choice). Contract and LI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2: optional stats cookies (Skyra, Matomo, GA, Siteimprove). Ja/Nei. ICO: consent INCONCLUSIVE (Q6). No basis APPROPRIATE.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/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Karina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contract for the paid service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account and payment data to provide the subscription.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EEA/UK notice: contractual necessity to provide the service to members.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All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Consent: not appropriate / likely invalid (no real ongoing choice).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LI, legal obligation and consent in the notice apply to other purposes.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Keep ads, recommendations and marketing out of this run.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legitimate interests for match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Purpose: publish name and club of active players 13+ (kamphistorikk).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Notice: public-interest match history, opt-out via the club.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ICO: Legitimate interests APPROPRIATE after necessity + balancing.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NFF is a sports federation, not a public authority (public task No).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FIKS membership can use contract. That is a different purpose.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Stamdata 'samtykke om publisering' does not match ICO consent (likely invalid).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Cookiebot (Deny on 26 Aug 2026) is also a different purpose.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 ·  the mismatch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B1E1E"/>
                </a:solidFill>
                <a:latin typeface="Calibri"/>
              </a:rPr>
              <a:t>ICO marks no basis APPROPRIATE. Consent is INCONCLUSIVE.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5176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Purpose: Google Signals / ad analytics (demographics, interests, cross-device).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Notice does not name Article 6. Runs only if logged into Google with ad personalization.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Opt-out: Google Ads Settings, mobile, NAI, Analytics add-on.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Q5: consent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Choice sits at Google. Pluss terms also say you accept the privacy notice by using the service.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Contract and LI correctly rejected for this advertising purpose.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Match: partial. They aim at consent; ICO says fix the request.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contract for checkout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Terms point 1: a sales contract (18 years or guardian).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 does not label Art. 6(1)(b). Section 5 is profiling, not purchase.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Marketing/profiling: consent (separate). Cookie policy: necessary vs measurement vs marketing.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Bundled 'consent' to cookies inside the terms is not valid Art. 6 consent.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097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1D1"/>
                </a:solidFill>
                <a:latin typeface="Calibri"/>
              </a:rPr>
              <a:t>Sumit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want the room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 measures contact, not lawfulness.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ICO run, or the tool mixes bases.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is loud on requests and still has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of five core ICO purposes match the notice.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Two consent tests fail: skatteetaten cookies (Q6) and document.no Signals (Q5).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Legal obligation (tax) is not the same as cookie consent (Ja/Nei).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1-A  | 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Humna  ·  Mithun  ·  Karina  ·  Sumit
ACIT4280 Group 1-A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