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Together the two parts show how the page loads, and why the controller may use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person opens a Norwegian-facing front page, how many other companies does that page contact, and in which countries do those machines appear to sit?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site uses personal data, has it named a GDPR Article 6 basis, and does that basis hold in the ICO tool?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Table 5: Yes or Partial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most requests (113) and zero third-party cookies.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document.no maps to the most countries. lanekassen.no and altinn.no have the fewest government requests.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News and media is the highest sector total. Government is the lowest.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core ICO purposes match the notice. Two consent claims are INCONCLUSIVE in the ICO reports.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needs one basis. Contact and lawfulness are different questions.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