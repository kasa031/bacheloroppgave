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 (open). Welcome the group. State the two parts: Webbkoll on 18 sites, then ICO on five notices. This is 1A, not 1B (no data-subject request test).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Read the split once. Each person stays on their slides. Hand over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Stress one purpose at a time. Cookie clicks are not the lawful basis for tax or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Hand over to Mithun for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Rank is third-party REQUESTS on Table 2, not cookies. Later clock puts babyshop.no at 101; we do not replace the first fill.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Point to Figure 2 and Figure 3 in the paper if the projector can show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This proves request volume is not cookie volume. Hand over to Karina for 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A clean ICO run with Consent Q1 = No marks consent NOT APPROPRIATE for tax. Cookies are a separate purpose and a separate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Four of five selected purposes match. document.no is the teaching case: they aim at consent but ICO says the request is not good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Two purposes. Do not treat the cookie banner as the basis for tax. Nei test 24 August 2026 on skatteetaten.no/person/.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Netflix requires 18 or a parent. Hand over to Sumit.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Then questions. If asked about 1B: that is the other group's access-request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Sumit, then any member. 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  |  Group assignment 1A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Third-party data sharing, tracking
and lawful basis on Norwegian 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
Karina Sætersdal Nilssen  ·  Sumit Prasad Sah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  ·  20 minutes  ·  All members present
Due 3 September 2026, 08:00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20 minutes  ·  four speakers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Who presents what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2704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Humna Akhtar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928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Task, method, Webbkoll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1576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Mithun Chandra Debnath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815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Webbkoll findings: highest/lowest, sectors, klassekampen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926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0448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Karina Sætersdal Nilssen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02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ICO tool, one purpose, Skatteetaten, Netflix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41148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932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Sumit Prasad Sah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5896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fotball.no, document.no, babyshop.no,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3035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Canvas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Assignment 1A has two parts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Norwegian-facing sites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news/media, sport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Server location,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Graphics per sector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Interesting cases (loudest, most globalised, quiet e-gov)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Group 1-A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notices we chose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skatteetaten, Netflix, fotball.no, document.no, babyshop.no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report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 1B: we do not send access requests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 interface named in the brief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live Chromium visit: no add-ons, no Do Not Track, no consent click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Scan clock on the result page is part of the measurement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country: KeyCDN Country field for the IP (company name is not a country)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shared-country list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Cloudflare with no Country field: none returned, not counted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Two tables on purpose: Table 2 first clock, Table 3 later clock (Art. 5(1)(a))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click Ja/Nei or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Zero third-party cookies can still mean many third-party requests.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 never average two clocks. A later visit can differ (24-hour store).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64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75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647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75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060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79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90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6060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679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900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935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904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5204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5935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9044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348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079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18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4348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5079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818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422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733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492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422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7332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Interesting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Loudest front: fotball.no (113 requests) with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Most globalised first fill: document.no (6 countries excl. Norway).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Quietest e-government: lanekassen.no (1 request) and altinn.no (5).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Only third-party-cookie site: ikea.no (2 cookies).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News/media is the loudest sector; government is the quietest.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Shopping sits in the middle; babyshop.no jumps to 101 requests on a later clock.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Open item: one Netflix third-party Look up (assets.nflxext.com).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requests without third-party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Highest 5 in Table 4, and our full method walkthrough.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Scan 20 August 2026, 12:36:46 UTC.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4 first-party cookies, 0 third-party cookies, 56 requests to 13 hosts.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Hosts include Google advertising, Meta,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Server KeyCDN: United States (Google). Third-party countries: IE, SE, US.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Missing HSTS, CSP, SRI, X-Content-Type-Options, X-Frame-Options.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Those gaps are Arts. 5(1)(f), 25 and 32, not Article 6.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Group 1-A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 (updated 14 April 2026).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services,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Find the privacy notice, run the tool, save the official Word report.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tool also has recognised legitimate interest (five narrow public purposes). None of our five purposes fitted that 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Article 6 is not a cookie click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interests, vital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ePrivacy / cookies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May we store/read info on the device?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Necessary cookies: often no extra consent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Analytics and ads: consent (Ja/Nei, Cookiebot)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Nei test 24 Aug 2026 on skatteetaten.no/person/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237744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490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325880"/>
            <a:ext cx="292608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14904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325880"/>
            <a:ext cx="484632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14904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1325880"/>
            <a:ext cx="128016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8752" y="14904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84248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14884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6352" y="214884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1984248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214884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1984248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88752" y="214884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280720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642616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6352" y="280720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2642616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42432" y="280720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2642616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88752" y="280720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00984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46557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3300984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6352" y="346557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3300984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2432" y="346557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3300984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88752" y="346557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59352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239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59352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16352" y="41239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3959352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42432" y="41239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15600" y="3959352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88752" y="41239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17720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823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0" y="4617720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16352" y="47823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4617720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42432" y="47823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0" y="4617720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88752" y="47823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76088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44068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276088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16352" y="544068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0" y="5276088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42432" y="544068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515600" y="5276088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88752" y="54406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(Skyra, Matomo, GA, Siteimprove). Ja/Nei. ICO: consent.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Stamdata 'samtykke om publisering' does not match ICO consent (likely invalid).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Cookiebot (Deny on 26 Aug 2026) is also a different purpose.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(separate). Cookie policy: necessary vs measurement vs marketing.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Bundled 'consent' to cookies inside the terms is not valid Art. 6 consent.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ICO run, or the tool mixes bases.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is loud on requests and still has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document.no does not: Google settings are not a clear Document consent request.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as cookie consent (Ja/Nei).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Humna  ·  Mithun  ·  Karina  ·  Sumit
ACIT4280 Group 1-A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