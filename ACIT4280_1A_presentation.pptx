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maps invisible contact. Part 2 asks whether the legal story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maps contact on one load. ICO tests one purpose at a time. Who you meet and why it is legal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is visible even when cookies are not. Volume and cookies measure different things.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Request count is not morality - it is visibility. fotball.no is loud with zero third-party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Sector patterns matter: media is networked, government is restrained. Pie chart =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purpose. Partial means the consent story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guilt - it means the consent story did not survive scrutiny.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site, two moral questions: mandatory duty vs optional tracking.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you pay for a service, contract often fits better than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also has the highest Webbkoll request count -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Consent that hides in settings is consent in name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the core transaction runs on contract, not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Contact is visible. Lawful basis must be argued purpose by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you open a front page, who else does it contact - and where in the world are those servers?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uses personal data, does it have a lawful basis - and does that claim hold up?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Our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questions, two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01952"/>
            <a:ext cx="4937760" cy="960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Norwegian front pages - one clean visit each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Who do they call? Cookies, requests, server country (first scan, 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shows where servers sit - a guess, not proof of lawful transfer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659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Five sites - one purpose per run, because mixed questions break the test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Does the privacy notice match the ICO report? (26 Aug 2026)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Yes when notice and ICO tell the same story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Partial when consent wording fails the checklist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Tax, cookies, checkout and ads are not the same question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Your browser talks to strangers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reveals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Every front page starts a conversation - Webbkoll records who joins it.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hosts, zero third-party cookies - loud, but not cookie-heavy.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no third-party cookies on load. ikea.no was the exception (2).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the quietest public-sector doors.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data paths touch 6 countries, excluding Norway.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 and media reach out most. Government pages reach out least.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 doubled on repeat scan (45 to 101) - rankings stay on the first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loud and the quiet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263640"/>
            <a:ext cx="1124712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Same question, different answers: fotball.no shouts (113), lanekassen.no barely whispers (1). Rankings follow the first scan.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Where the traffic goes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 and media pull the most strings on load. Government pages keep the fewest.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Does the privacy notice mean what it says?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We ask: does the site's legal story hold up?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Yes when notice and ICO agree. Partial when consent is INCONCLUSIVE.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199632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ICO guidance is not a court verdict - but it shows where the story breaks.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honest answers, two broken promises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purposes hold up: tax by law, streaming by contract, match history by interest, checkout by contract.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claims fail: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Both notices say consent -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say clearly enough who runs the optional cookies or how to refuse. document.no sends you to Google ad settings - not a clear, separate choice -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duty and choice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Tax and registry data: the law requires it. You cannot opt out of being counted.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legal obligation and public task APPROPRIATE. Consent NOT APPROPRIATE. Match: Yes.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Optional statistics cookies: the notice says you can choose - but does it explain how?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consent INCONCLUSIVE; no basis APPROPRIATE. Match: Partial.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pay to watch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account and payment data to deliver what you paid for.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Notice (EEA/UK): contractual necessity - not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Ads and marketing in the same notice were left out - different purpose, different basis.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a name on the team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 and club of active players aged 13+, with club opt-out.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legitimate interests APPROPRIATE - sport transparency, not blanket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NFF is not a public authority, so public task does not fit.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FIKS membership is a different purpose and was not this run.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consent without a real choice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247120" cy="10515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ICO: no basis APPROPRIATE. Consent INCONCLUSIVE. Match: Partial.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651760"/>
            <a:ext cx="11155680" cy="3474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Purpose: advertising analytics built from what you read and click.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notice never names Article 6 - but it reads like consent.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ICO: the request is not clear, prominent and separate from terms.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•  The choice lives in Google settings. Pluss terms also bundle the notice.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pay to receive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Purpose: name, address, contact, order and payment to deliver goods.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sales terms are a purchase contract - you pay, they ship.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ICO: contract APPROPRIATE. Match: Yes for checkout.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1A1A1A"/>
                </a:solidFill>
                <a:latin typeface="Calibri"/>
              </a:rPr>
              <a:t>The notice does not label Article 6(1)(b). Marketing is a separate purpose.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learned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Opening a Norwegian front page starts a hidden conversation - we mapped 18 of them.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Many sites reach out widely without setting a single third-party cookie.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0" i="0">
                <a:solidFill>
                  <a:srgbClr val="224248"/>
                </a:solidFill>
                <a:latin typeface="Calibri"/>
              </a:rPr>
              <a:t>Four of five ICO purposes match what the notice claims.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 i="0">
                <a:solidFill>
                  <a:srgbClr val="FF9A00"/>
                </a:solidFill>
                <a:latin typeface="Calibri"/>
              </a:rPr>
              <a:t>Where sites say consent, the wording must be real - in two cases, the ICO says it is not.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Who else does your browser meet - and does the privacy notice tell the truth?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977639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